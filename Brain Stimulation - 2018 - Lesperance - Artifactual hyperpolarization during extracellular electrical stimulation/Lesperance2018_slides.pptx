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"/>
            <a:ext cx="91440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胞外电刺激下的伪迹超极化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高频神经调控机制的证伪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91440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Lesperance et al., Brain Stimulation 11 (2018) 582–591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论文精读汇报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核心问题：kEFS 引起的超极化是真是假？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已有报道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用 patch clamp 发现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kEFS 使脊髓神经元超极化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提出「直接抑制」新机制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0604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理论矛盾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胞外电刺激的理论预测：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应引起去极化而非超极化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与神经阻滞实验结果也矛盾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731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核心疑问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这是真实的生理效应？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还是 patch clamp amplifier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EFS 条件下的记录伪迹？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第一层证据：PCA 记录到稳健的超极化</a:t>
            </a:r>
            <a:endParaRPr lang="en-US" sz="2000" dirty="0"/>
          </a:p>
        </p:txBody>
      </p:sp>
      <p:pic>
        <p:nvPicPr>
          <p:cNvPr id="4" name="Image 0" descr="/Volumes/G$/LZW_sharing/Papers/Brain Stimulation - 2018 - Lesperance - Artifactual hyperpolarization during extracellular electrical stimulation/figures/Fi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3241204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72724" y="1188720"/>
            <a:ext cx="480551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Current clamp (Axopatch 200B) 记录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超极化幅度随 EFS 强度增大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频率效应不显著，但存在频率×强度交互作用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Rheobase 从 ~60 pA 增加到 ~120 pA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到这一步，看起来 kEFS 确实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超极化了神经元……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第二层证据：VSD 光学验证揭示关键矛盾 ★</a:t>
            </a:r>
            <a:endParaRPr lang="en-US" sz="2000" dirty="0"/>
          </a:p>
        </p:txBody>
      </p:sp>
      <p:pic>
        <p:nvPicPr>
          <p:cNvPr id="4" name="Image 0" descr="/Volumes/G$/LZW_sharing/Papers/Brain Stimulation - 2018 - Lesperance - Artifactual hyperpolarization during extracellular electrical stimulation/figures/Fig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3386876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6956" y="1188720"/>
            <a:ext cx="48427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</a:rPr>
              <a:t>全文最关键的对照实验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Before patching: VSD 无超极化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After patching: VSD + 电生理同时看到超极化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Pipette removed: 超极化消失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Pipette shielded: 超极化显著减弱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结论：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超极化仅在 patching 状态存在，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与 EFS 的直接效应无关！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第三层证据：PCA vs VFA 放大器对比</a:t>
            </a:r>
            <a:endParaRPr lang="en-US" sz="2000" dirty="0"/>
          </a:p>
        </p:txBody>
      </p:sp>
      <p:pic>
        <p:nvPicPr>
          <p:cNvPr id="4" name="Image 0" descr="/Volumes/G$/LZW_sharing/Papers/Brain Stimulation - 2018 - Lesperance - Artifactual hyperpolarization during extracellular electrical stimulation/figures/Fig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3477225" cy="1463040"/>
          </a:xfrm>
          <a:prstGeom prst="rect">
            <a:avLst/>
          </a:prstGeom>
        </p:spPr>
      </p:pic>
      <p:pic>
        <p:nvPicPr>
          <p:cNvPr id="5" name="Image 1" descr="/Volumes/G$/LZW_sharing/Papers/Brain Stimulation - 2018 - Lesperance - Artifactual hyperpolarization during extracellular electrical stimulation/figures/Fig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651760"/>
            <a:ext cx="3442371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6636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303520" y="114300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</a:rPr>
              <a:t>PCA (Axopatch 200B)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 稳健的超极化 + rheobase 增加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</a:rPr>
              <a:t>VFA (Axoclamp 2B)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 无超极化，rheobase 无变化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跨制备验证：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培养神经元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急性海马切片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急性脊髓切片 (lamina I/II)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矛头精确指向 PCA 的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current clamp 电路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伪迹机制：Unitary Hyperpolarization 的时域叠加</a:t>
            </a:r>
            <a:endParaRPr lang="en-US" sz="2000" dirty="0"/>
          </a:p>
        </p:txBody>
      </p:sp>
      <p:pic>
        <p:nvPicPr>
          <p:cNvPr id="4" name="Image 0" descr="/Volumes/G$/LZW_sharing/Papers/Brain Stimulation - 2018 - Lesperance - Artifactual hyperpolarization during extracellular electrical stimulation/figures/Fig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50292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09728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单脉冲伪迹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每个 biphasic EFS 脉冲 → 一次瞬态超极化 (~3 mV)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双指数衰减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快成分 τ ≈ 215 μs → 来不及叠加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慢成分 τ ≈ 9 ms → 在 1 kHz 下累积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卷积验证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Unitary response ⊗ pulse train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 预测与实验高度一致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(r² = 0.85, slope = 0.77)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伪迹不是 DC leak，而是每个刺激脉冲驱动的瞬态伪迹的时域叠加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伪迹的电路根源：PCA Current Clamp 反馈环路</a:t>
            </a:r>
            <a:endParaRPr lang="en-US" sz="2000" dirty="0"/>
          </a:p>
        </p:txBody>
      </p:sp>
      <p:pic>
        <p:nvPicPr>
          <p:cNvPr id="4" name="Image 0" descr="/Volumes/G$/LZW_sharing/Papers/Brain Stimulation - 2018 - Lesperance - Artifactual hyperpolarization during extracellular electrical stimulation/figures/Fig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427397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67477" y="1097280"/>
            <a:ext cx="3802203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PCA Current Clamp 等效电路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EFS → ΔVb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 PCA 反馈 → ΔIout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 经 pipette 注入细胞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→ 物理改变真实 Vm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关键不对称性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nA 级 Iout 对 bath 无影响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但注入细胞后 pA 级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即可显著改变 Vm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Measurement-induced perturbation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</a:rPr>
              <a:t>不是 observer effect!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与我们的研究的联系：差分测量的边界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VFA 模式 (Axoclamp)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Ve 作为加性噪声叠加在信号上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不改变真实 Vm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86AB"/>
                </a:solidFill>
              </a:rPr>
              <a:t>差分测量可完全去除 Ve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→ 差分是完备方案 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393192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PCA Current Clamp (Axopatch)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Ve 被转换为伪迹电流注入细胞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真实 Vm 被不可逆改变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53E3E"/>
                </a:solidFill>
              </a:rPr>
              <a:t>差分只能去除 Ve 叠加部分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→ 差分无法修复伪迹 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最佳实践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VFA + 差分测量 = 同时避免 PCA 伪迹 + 去除 Ve 叠加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Messages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8288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kEFS 引起的「超极化」是 PCA current clamp 的伪迹，不是真实的生理效应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clamp + 胞外电刺激实验必须注意放大器选型（VFA vs PCA）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差分测量在 VFA 下是完备方案，在 PCA current clamp 下有原理性局限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独立光学方法（VSD）交叉验证的重要性——不能只靠电生理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Lesperance et al. 2018 - Paper Discussion</dc:title>
  <dc:subject>PptxGenJS Presentation</dc:subject>
  <dc:creator>LZW</dc:creator>
  <cp:lastModifiedBy>LZW</cp:lastModifiedBy>
  <cp:revision>1</cp:revision>
  <dcterms:created xsi:type="dcterms:W3CDTF">2026-04-09T03:00:57Z</dcterms:created>
  <dcterms:modified xsi:type="dcterms:W3CDTF">2026-04-09T03:00:57Z</dcterms:modified>
</cp:coreProperties>
</file>